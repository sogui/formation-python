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C9A22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1E7A50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J1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D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Fondamentaux du langage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en main l’environnement, manipuler les types de base,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ses premières conditions et boucles.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1824228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120640"/>
            <a:ext cx="18242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01-premiers-pas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92908" y="5120640"/>
            <a:ext cx="2208276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2692908" y="5120640"/>
            <a:ext cx="22082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02-controle-de-flux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Fondamentaux et Analyse de Données  ·  contexte administration fiscale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MODULES 01–02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environnement qui marche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uv : le même Python pour tout le monde, en une commande.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types, f-strings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float, str, bool — et des affichages propres.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2" descr="icons/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et boucles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elif / else, for, while : le barème d’imposition en code.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7" name="Image 3" descr="icons/d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de la formation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Engendrer les jeux fiscaux fictifs qui serviront toute la semaine.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D3325"/>
          </a:solidFill>
          <a:ln/>
        </p:spPr>
      </p:sp>
      <p:sp>
        <p:nvSpPr>
          <p:cNvPr id="21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3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6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9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2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5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la fiche d’un contribuable.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LA MÉTHODE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dépôt git, un environnement, des données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93392"/>
            <a:ext cx="512064" cy="512064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6" name="Image 0" descr="icons/g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249" y="212652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numérotés, TP à compléter, projet final — tout est versionné.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matin : git pull.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4599432" y="1993392"/>
            <a:ext cx="512064" cy="512064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1" descr="icons/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569" y="212652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943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L’environnement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9943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lit pyproject.toml et installe Python 3.12 + les bibliothèques, aux versions exactes.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4F0"/>
          </a:solidFill>
          <a:ln/>
        </p:spPr>
      </p:sp>
      <p:sp>
        <p:nvSpPr>
          <p:cNvPr id="15" name="Shape 11"/>
          <p:cNvSpPr/>
          <p:nvPr/>
        </p:nvSpPr>
        <p:spPr>
          <a:xfrm>
            <a:off x="8302752" y="199339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6" name="Image 2" descr="icons/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889" y="212652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0275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0275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Engendrées localement, jamais versionnées : contribuables (NIF), déclarations TVA, paiements.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892040"/>
            <a:ext cx="10972800" cy="1463040"/>
          </a:xfrm>
          <a:prstGeom prst="roundRect">
            <a:avLst>
              <a:gd name="adj" fmla="val 5000"/>
            </a:avLst>
          </a:prstGeom>
          <a:solidFill>
            <a:srgbClr val="10241B"/>
          </a:solidFill>
          <a:ln/>
        </p:spPr>
      </p:sp>
      <p:sp>
        <p:nvSpPr>
          <p:cNvPr id="20" name="Shape 15"/>
          <p:cNvSpPr/>
          <p:nvPr/>
        </p:nvSpPr>
        <p:spPr>
          <a:xfrm>
            <a:off x="841248" y="50566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21" name="Shape 16"/>
          <p:cNvSpPr/>
          <p:nvPr/>
        </p:nvSpPr>
        <p:spPr>
          <a:xfrm>
            <a:off x="1024128" y="505663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Shape 17"/>
          <p:cNvSpPr/>
          <p:nvPr/>
        </p:nvSpPr>
        <p:spPr>
          <a:xfrm>
            <a:off x="1207008" y="50566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3" name="Text 18"/>
          <p:cNvSpPr/>
          <p:nvPr/>
        </p:nvSpPr>
        <p:spPr>
          <a:xfrm>
            <a:off x="1417320" y="4983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démarrage — 3 commandes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914400" y="527608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&lt;adresse-du-depot&gt; formation-python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 cd formation-python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sync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00-data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 generate_data.py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--auto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et types de 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déclaration de type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 = "100004512" suffit — le type vient de la valeur.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type(x) pour vérifier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str, int, float, bool : quatre types couvrent 90 % des cas.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nombres lisibles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45_000_000 — le tiret bas sépare les milliers.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"45" + 5 plante — tant mieux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convertit explicitement : int("45") + 5.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tp_premiers_pas.py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fiche d’un contribuable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nif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"100004512"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raison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ets diallo  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GNF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taux_tva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'int'&gt;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tva = ca * taux_tva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(tva)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8100000.0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float !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Chaînes de caractères et f-strings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saisies sont sales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.strip() retire les espaces, .title() remet les majuscules.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f-string, réflexe n°1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f"Contribuable {nif}" — la variable directement dans le texte.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Formater les montants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{ca:,} insère des séparateurs de milliers.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méthode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upper, lower, replace, startswith… dir(str) pour explorer.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chaînes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raison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ets fatoumata diallo  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propre = raison.strip().title()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(propre)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Ets Fatoumata Diallo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ca, tva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8_100_000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 : {ca:,} GNF"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: 45,000,000 GNF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 virgules → espaces 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"{ca:,}"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.replace(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Conditions : le régime d’imposition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E7A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933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100 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14600" y="18288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4563C"/>
          </a:solidFill>
          <a:ln/>
        </p:spPr>
      </p:sp>
      <p:sp>
        <p:nvSpPr>
          <p:cNvPr id="8" name="Text 6"/>
          <p:cNvSpPr/>
          <p:nvPr/>
        </p:nvSpPr>
        <p:spPr>
          <a:xfrm>
            <a:off x="2514600" y="19933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– 500 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87752" y="24505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simplifié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8288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0D3325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9933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500 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62272" y="24505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normal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annuel en GNF (règle simplifiée pour la formation)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34440" y="390448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L’indentation EST la syntaxe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espaces, toujours — le bloc, c’est le retrait.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49834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5090465"/>
            <a:ext cx="197510" cy="19751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34440" y="491032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 enchaîne les cas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vrai gagne ; else ramasse le reste.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21" name="Shape 17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22" name="Shape 18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Shape 19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4" name="Text 20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tp_bareme.py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regime(ca: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"Forfait"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"Réel simplifié"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"Réel normal"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regime(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'Réel simplifié'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Boucles — parcourir des déclarations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parcourt une collection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d’indice à gérer : for ca in chiffres.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21594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03580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répète jusqu’à condition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quand on ne connaît pas le nombre de tours.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3434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45038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427024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compréhension : filtrer + transformer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remplace quatre — à consommer avec lisibilité.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4" name="Shape 9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5" name="Shape 10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Shape 11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17" name="Text 12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boucles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 = 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invalides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cas: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invalides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compréhension : régimes des CA valides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regimes = [regime(ca)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&gt;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['Forfait', 'Réel normal']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fil rouge démarre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et vérifier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INSTALLATION.md, puis uv run python main.py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Engendrer les données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generate_data.py --auto — regardez les CSV produits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tp_premiers_pas.py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 fiche contribuable, proprement formatée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tp_bareme.py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 régime d’imposition + comptage des CA invalides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82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476402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rapides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 boucle while « en combien d’années au réel normal ? »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1" name="Image 0" descr="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01-premiers-pas/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tp_premiers_pas.py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02-controle-de-flux/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tp_bareme.py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00-data/sortie/*.csv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D3325"/>
          </a:solidFill>
          <a:ln/>
        </p:spPr>
      </p:sp>
      <p:sp>
        <p:nvSpPr>
          <p:cNvPr id="25" name="Shape 22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6" name="Image 1" descr="icons/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 10 minutes ? Appelez. Les solutions arrivent ce soir dans solutions/.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— CE QU’ON EMPORTE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L’environnement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= le même Python pour tous ; c’est la base du travail en équipe.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types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porte le type ; on convertit explicitement, jamais par magie.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f-strings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réflexe d’affichage — lisible, formatable, débogable avec f"{x=}".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for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barème et le comptage : la règle métier devient du code qui se lit.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pull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matin, avant tout : les solutions du jour seront publiées.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4563C"/>
          </a:solidFill>
          <a:ln/>
        </p:spPr>
      </p:sp>
      <p:sp>
        <p:nvSpPr>
          <p:cNvPr id="21" name="Shape 14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J2 : fonctions et structures de données</a:t>
            </a:r>
            <a:endParaRPr lang="en-US" sz="1500" dirty="0"/>
          </a:p>
        </p:txBody>
      </p:sp>
      <p:sp>
        <p:nvSpPr>
          <p:cNvPr id="24" name="Text 16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le calcul des pénalités en fonctions testables, et construire un mini-annuaire avec listes, dictionnaires et ensembles.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2026-08-10T16:21:42Z</dcterms:created>
  <dcterms:modified xsi:type="dcterms:W3CDTF">2026-08-10T16:21:42Z</dcterms:modified>
</cp:coreProperties>
</file>