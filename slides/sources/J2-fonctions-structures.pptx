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480560"/>
            <a:ext cx="3108960" cy="3108960"/>
          </a:xfrm>
          <a:prstGeom prst="ellipse">
            <a:avLst/>
          </a:prstGeom>
          <a:solidFill>
            <a:srgbClr val="FCD116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CE1126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464040" y="502920"/>
            <a:ext cx="21488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6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740664"/>
            <a:ext cx="1783080" cy="1353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J2</a:t>
            </a:r>
            <a:endParaRPr lang="en-US" sz="8400" dirty="0"/>
          </a:p>
        </p:txBody>
      </p:sp>
      <p:sp>
        <p:nvSpPr>
          <p:cNvPr id="9" name="Text 6"/>
          <p:cNvSpPr/>
          <p:nvPr/>
        </p:nvSpPr>
        <p:spPr>
          <a:xfrm>
            <a:off x="640080" y="28803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CD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Fonctions et structures de données</a:t>
            </a:r>
            <a:endParaRPr lang="en-US" sz="3500" dirty="0"/>
          </a:p>
        </p:txBody>
      </p:sp>
      <p:sp>
        <p:nvSpPr>
          <p:cNvPr id="10" name="Text 7"/>
          <p:cNvSpPr/>
          <p:nvPr/>
        </p:nvSpPr>
        <p:spPr>
          <a:xfrm>
            <a:off x="640080" y="3794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Découper le code en fonctions réutilisables, et choisir la bonne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: liste, dictionnaire, ensemble, tuple.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1536192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512064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03-fonctions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404872" y="5120640"/>
            <a:ext cx="2688336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4" name="Text 11"/>
          <p:cNvSpPr/>
          <p:nvPr/>
        </p:nvSpPr>
        <p:spPr>
          <a:xfrm>
            <a:off x="2404872" y="5120640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04-structures-de-donnees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DGI — Direction Générale des Impôts · Guinée-Bissau · données pédagogiques fictives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MODULES 03–04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6" name="Image 1" descr="icons/puzz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fonctions propres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def, return, arguments nommés, valeurs par défaut, docstrings.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2" descr="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avec assert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des pénalités, protégé par des tests minute.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4" name="Image 3" descr="icons/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sa structure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Liste, dict, set, tuple : chacune a son travail.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18" name="Image 4" descr="icons/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mini-annuaire</a:t>
            </a:r>
            <a:endParaRPr lang="en-US" sz="1650" dirty="0"/>
          </a:p>
        </p:txBody>
      </p:sp>
      <p:sp>
        <p:nvSpPr>
          <p:cNvPr id="20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Comptages, dédoublonnage, NIF orphelins — en mémoire.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A2E1A"/>
          </a:solidFill>
          <a:ln/>
        </p:spPr>
      </p:sp>
      <p:sp>
        <p:nvSpPr>
          <p:cNvPr id="22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4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7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0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3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4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6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8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: pénalités de retard + annuaire.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fonction = une responsabilité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nomme, return renvoie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return, la fonction renvoie None — source classique de bug.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de types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f(ca: int) -&gt; str : documentation vivante, aide de VS Code.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par défaut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plafond: float = 0.50 — l’appelant ne précise que l’essentiel.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docstring dit le POURQUOI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ligne à l’impératif ; help(f) l’affiche.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tp_penalites.py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taux_penalite(jours: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plafond: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"""Taux applicable, plafonné."""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jours &lt;=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taux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mois(jours)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(taux, plafond)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→ 0.12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→ 0.50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assert : le contrat vérifié à chaque exécution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en une ligne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f(30) == 0 : si faux, le programme s’arrête net.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bords d’abord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vs 31 jours, 0, le plafond : c’est là que ça casse.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 test AVANT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TP fournit les assert ; votre code doit les faire passer.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Demain, les vrais tests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est l’antichambre de pytest — même logique.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 bords du barème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Règle : 10 % + 2 % par mois entamé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au-delà du 1er mois, plafonné à 50 %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mois_entames(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mois_entames(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mois_entames(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tp_penalites.py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silence = OK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Listes et tuples : l’ordre compte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: modifiable, ordonnée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append, sort, découpage lst[2:5] — l’outil à tout faire.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a ne copie PAS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noms, une seule liste. Copier : b = a.copy().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tuple : figé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Coordonnées, paires (cle, valeur) — ce qui ne doit pas bouger.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Dépaquetage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nom = ("BIS", "Bissau") : deux affectations d’un coup.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listes &amp; tuples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 = 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millions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cas.append(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cas.sort(reverse=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[620, 150, 98, 45]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 piège de la copie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cas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même liste !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b.append(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999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(cas)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999 est là aussi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code, nom = 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"BIS"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"Bissau"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Dictionnaires : la fiche et le comptage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→ valeur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fiche contribuable naturelle : c["nif"], c["regime"].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d[cle] plante si absente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d.get(cle, defaut) jamais — LE réflexe des comptages.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motif du comptage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compte[k] = compte.get(k, 0) + 1 — à connaître par cœur.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 dictionnaires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fichier CSV en mémoire, c’est exactement ça.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tp_annuaire.py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= {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"100000001"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"Bissau"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comptage par région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compte = {}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annuaire: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compte[r] = compte.get(r,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{'Bissau': 2, 'Bafatá': 2, 'Gabú': 1}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 : dédoublonner, comparer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Unicité garantie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set ne garde qu’un exemplaire — et "in" y est instantané.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dédoublonnage type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set des NIF déjà vus + une liste des fiches gardées.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L’algèbre des ensembles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- b : déclarants inconnus de l’annuaire. a &amp; b : communs.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réel du dépôt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paiements.csv contient des NIF orphelins — on les trouvera ainsi.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dédoublonnage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vus, uniques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 []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annuaire: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vus: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vus.add(c[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uniques.append(c)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declarants = {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"…001"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"…009"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connus = {c[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uniques}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orphelins = declarants - connus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{'…009'}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SYNTHÈSE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Quelle structure pour quel besoin ?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du fil rouge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 suite ordonnée, modifiable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 [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déclarations d’un contribuable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Retrouver par clé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 { : }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fiche : nif → raison sociale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Unicité, appartenance, comparaison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 { }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NIF vus, NIF orphelins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enregistrement figé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tuple  ( 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(code_region, nom_region)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Compter par catégorie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+ .get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contribuables par région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 CSV en mémoire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de dicts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l’annuaire entier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E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d’or : si vous écrivez une boucle pour chercher un élément, il vous fallait probablement un dict ou un set.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Pénalités et mini-annuaire</a:t>
            </a:r>
            <a:endParaRPr lang="en-US" sz="3400" dirty="0"/>
          </a:p>
        </p:txBody>
      </p:sp>
      <p:pic>
        <p:nvPicPr>
          <p:cNvPr id="4" name="Image 0" descr="logo-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384048"/>
            <a:ext cx="1051560" cy="795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tp_penalites.py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faire passer tous les assert — les bords d’abord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tp_annuaire.py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comptage par région, dédoublonnage, orphelins, tri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Relire son J1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remplacer les répétitions par des fonctions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rapides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declarations_manquantes(annee) en avance de phase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5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9" name="Image 1" descr="icons/fo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03-fonctions/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tp_penalites.py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04-structures-de-donnees/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tp_annuaire.py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A2E1A"/>
          </a:solidFill>
          <a:ln/>
        </p:spPr>
      </p:sp>
      <p:sp>
        <p:nvSpPr>
          <p:cNvPr id="23" name="Shape 19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4" name="Image 2" descr="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assert qui échoue vous DIT où chercher : lisez la ligne, testez le bord à la main dans le REPL.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5394960"/>
            <a:ext cx="2011680" cy="2011680"/>
          </a:xfrm>
          <a:prstGeom prst="ellipse">
            <a:avLst/>
          </a:prstGeom>
          <a:solidFill>
            <a:srgbClr val="CE1126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— CE QU’ON EMPORTE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7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petites, nommées, annotées — la pénalité se lit comme la règle métier.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contrat minute : les bords (30/31 jours, plafond) sont verrouillés.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3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dict.get(k, 0) + 1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motif de comptage — vous le réécrirez cent fois.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6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dédoublonner et comparer : les NIF orphelins tombent en une soustraction.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= intention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pour l’ordre, dict pour la clé, set pour l’unicité.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E7A3D"/>
          </a:solidFill>
          <a:ln/>
        </p:spPr>
      </p:sp>
      <p:sp>
        <p:nvSpPr>
          <p:cNvPr id="22" name="Shape 15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3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J3 : fichiers, formats et robustesse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VRAIS fichiers arrivent : CSV et JSON du dépôt, dates en quatre formats, exceptions — et votre premier paquet Python.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2026-08-13T23:02:08Z</dcterms:created>
  <dcterms:modified xsi:type="dcterms:W3CDTF">2026-08-13T23:02:08Z</dcterms:modified>
</cp:coreProperties>
</file>