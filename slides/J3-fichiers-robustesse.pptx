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image" Target="../media/image-1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Fichiers, formats et robustesse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pathlib, CSV et JSON réels, hiérarchie des exceptions, erreurs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métier personnalisées — et l’organisation du code en paquet.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249631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05-fichiers-et-formats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64992" y="5440680"/>
            <a:ext cx="268833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3364992" y="544068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06-erreurs-et-exceptions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81928" y="5440680"/>
            <a:ext cx="2880360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5" name="Text 11"/>
          <p:cNvSpPr/>
          <p:nvPr/>
        </p:nvSpPr>
        <p:spPr>
          <a:xfrm>
            <a:off x="6281928" y="544068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07-modules-et-organisation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MODULES 05–07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cs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et JSON en production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DictReader/Writer, encodages, newline, json.load/dump et leurs options.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0" name="Image 2" descr="icons/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d’erreurs complète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Hiérarchie des exceptions, else/finally, raise, exceptions métier.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4" name="Image 3" descr="icon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en paquet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paquet fiscalite/ : __init__.py, imports, une responsabilité par module.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uv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pyproject.toml, uv.lock, uv add/sync/run — d’où viennent les bibliothèques.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normaliser les déclarations.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pathlib : les chemins comme des objets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L’opérateur / assemble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"sortie" / "regions.csv" — portable Windows et Linux, sans collage de chaînes.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Relatif au script, pas au terminal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Path(__file__).parent : le script marche d’où qu’on le lance.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exists, mkdir, stem, suffix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Tester, créer (parents=True, exist_ok=True), décomposer un nom.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 pour énumérer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DATA.glob("*.csv") : tous les fichiers d’un motif — la base des traitements par lot.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pathlib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pathlib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Path(__file__).parent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.parent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"00-data"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"sortie"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DATA.exists()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True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SORTIE.mkdir(parents=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exist_ok=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(DATA.glob(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"*.csv"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(f.stem, f.stat().st_size)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contribuables 2148000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Ouvrir : with, encodage, modes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ferme TOUJOURS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une exception éclate au milieu — plus de fichiers zombies ni de données perdues.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encoding="utf-8", non négociable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lui, Windows lit en cp1252 : « Bafatá » devient « BafatÃ¡ » selon le poste.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modes : r, w, a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écrase, a ajoute — un rapport journalier s’ouvre en a, jamais en w.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fichiers dans un with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open(...) as fin, open(...) as fout: — lecture et écriture appariées.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&amp; encodage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"regions.csv"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entete = f.readline()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fermé ici, même en cas d’erreur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lecture + écriture appariées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(src,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fin,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(dst,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newline=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fout: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en lecture : DictReader et ses pièges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devient un dict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1re ligne fournit les clés : ligne["nif"], ligne["code_region"].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arrive en str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"45000000", "" ou "abc" — la conversion est votre responsabilité (module 06).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 vide ≠ champ absent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ligne["telephone"] vaut "" : tester avec if not valeur, pas avec in.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delimiter si besoin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DictReader(f, delimiter=";") pour les exports Excel français.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DictReader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"contribuables.csv"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ligne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csv.DictReader(f):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code = ligne[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"code_region"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compte[code] =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compte.get(code,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Bissau : 2513    Gabú : 2461 …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export Excel FR : delimiter=";"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en écriture : DictWriter, proprement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fieldnames fixe les colonnes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Reprendre lecteur.fieldnames garantit le même schéma que la source.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writeheader() d’abord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lui, le fichier produit n’a pas d’en-tête — illisible en aval.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newline="" en écriture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Windows double les sauts de ligne — LE bug CSV le plus fréquent.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en streamant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Lire, tester, écrire ligne à ligne : aucun fichier entier en mémoire.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extrait_bissau.csv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(src,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fin,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(dst,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newline=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fout: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lecteur = csv.DictReader(fin)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scribe = csv.DictWriter(fout,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fieldnames=lecteur.fieldnames)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scribe.writeheader()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ligne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lecteur: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ligne[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"code_region"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scribe.writerow(ligne)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: structures imbriquées et options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 → dicts et listes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devient exactement les structures du J2 — mêmes réflexes.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Naviguer par clés successives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d["identite"]["ville"], d["etablissements"][0]["actif"].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 / all() sur l’imbriqué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 moins un établissement actif » tient en une expression.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: ensure_ascii=False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« Gabú » sort en \u00fa ; indent=2 pour un fichier lisible.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dossiers imbriqués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"dossiers_fiscaux.json"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dossiers = json.load(f)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dossiers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"etablissements"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json.dump(res, f, ensure_ascii=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indent=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Lire un traceback, connaître la hiérarchie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de bas en haut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ligne : QUOI (le type + le message). Remontée : OÙ (la pile d’appels).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exceptions sont des classes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ValueError, KeyError, FileNotFoundError… héritent toutes d’Exception.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Attraper un parent attrape les enfants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OSError attrape FileNotFoundError ET PermissionError.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except: nu = interdit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avale même Ctrl-C et les fautes de frappe — attraper PRÉCIS, toujours.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anatomie d’une erreur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Traceback (most recent call last):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"tp.py", line 12, in &lt;module&gt;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lire_montant(ligne["ca"])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 "tp.py", line 5, in lire_montant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int(txt)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invalid literal for int()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hiérarchie (extrait)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ValueError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int("abc")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KeyError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d["absent"]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OSError ─ FileNotFoundError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/ except / else / finally : les 4 temps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: le strict minimum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opération risquée par try — sinon on ne sait plus QUI a échoué.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cible et récupère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Compter, journaliser, valeur de repli — mais jamais avaler en silence.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: le chemin du succès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S’exécute si AUCUNE exception — sépare le risqué du reste.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: quoi qu’il arrive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garanti — c’est exactement ce que with automatise.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4 clauses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montant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(ligne[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invalides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KeyError: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colonnes_absentes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succès seulement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montant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toujours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lues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et VOS exceptions métier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applique vos règles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montant vide ou négatif n’est pas une erreur Python — c’est VOTRE règle : levez-la.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d’exception métier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MontantInvalide(ValueError) — trois lignes, et l’appelant cible précisément.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message porte le contexte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MontantInvalide(f"NIF {nif} : {txt!r}") — le débogage est déjà fait.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enchaîne les causes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MontantInvalide(...) from exc garde le traceback d’origine.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 métier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MontantInvalide(ValueError):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"""Montant vide ou négatif."""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lire_montant(txt: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txt.strip():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MontantInvalide(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"vide"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(txt)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ValueError si non num.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MontantInvalide(f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"{m}"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MontantInvalide:  rejets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CAS RÉEL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formats de date dans UN fichier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2025-03-14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546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8" name="Text 5"/>
          <p:cNvSpPr/>
          <p:nvPr/>
        </p:nvSpPr>
        <p:spPr>
          <a:xfrm>
            <a:off x="31546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14/03/2025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14-3-2025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838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20250314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date_depot dans declarations.csv — exactement comme dans les fichiers administratifs réels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1546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3254532"/>
            <a:ext cx="184343" cy="18434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3081528"/>
            <a:ext cx="4828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 chaque format en cascade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strptime dans un try/except ValueError, format après format, continue.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4160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4260372"/>
            <a:ext cx="184343" cy="184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07008" y="4087368"/>
            <a:ext cx="4828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Renvoyer None si tout échoue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L’appelant décide : écarter, corriger, signaler — la fonction ne tranche pas.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40080" y="51663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1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5266212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5093208"/>
            <a:ext cx="4828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FORMATS est une donnée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5e format apparaît ? Une ligne à ajouter, zéro logique à toucher.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6400800" y="30175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F2418"/>
          </a:solidFill>
          <a:ln/>
        </p:spPr>
      </p:sp>
      <p:sp>
        <p:nvSpPr>
          <p:cNvPr id="24" name="Shape 18"/>
          <p:cNvSpPr/>
          <p:nvPr/>
        </p:nvSpPr>
        <p:spPr>
          <a:xfrm>
            <a:off x="6601968" y="318211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5" name="Shape 19"/>
          <p:cNvSpPr/>
          <p:nvPr/>
        </p:nvSpPr>
        <p:spPr>
          <a:xfrm>
            <a:off x="6784848" y="318211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6" name="Shape 20"/>
          <p:cNvSpPr/>
          <p:nvPr/>
        </p:nvSpPr>
        <p:spPr>
          <a:xfrm>
            <a:off x="6967728" y="318211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7" name="Text 21"/>
          <p:cNvSpPr/>
          <p:nvPr/>
        </p:nvSpPr>
        <p:spPr>
          <a:xfrm>
            <a:off x="717804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normalisateur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675120" y="3401568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FORMATS = [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"%Y-%m-%d"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"%d/%m/%Y"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"%d-%m-%Y"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"%Y%m%d"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normaliser(brute: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FORMATS: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 = strptime(brute.strip(), fmt)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d.strftime(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"%Y-%m-%d"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fichier unique au paquet réutilisable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120640" cy="3063240"/>
          </a:xfrm>
          <a:prstGeom prst="roundRect">
            <a:avLst>
              <a:gd name="adj" fmla="val 2388"/>
            </a:avLst>
          </a:prstGeom>
          <a:solidFill>
            <a:srgbClr val="0F2418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arborescence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167128"/>
            <a:ext cx="4572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07-modules-et-organisation/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fiscalite/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le paquet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__init__.py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l’interface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dates.py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normaliser()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penalites.py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penalite()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tp_utiliser_paquet.py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__init__.py expose l’essentiel 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.dates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normaliser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.penalites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penalite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029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F2418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" y="519379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4128" y="519379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7008" y="519379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4132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fiscalite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normaliser, penalite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penalite(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8_100_000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→ 972000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212" y="197437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7628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module = une responsabilité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dates.py ne parle que de dates ; penalites.py que de pénalités — testables séparément.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0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212" y="3025932"/>
            <a:ext cx="184343" cy="18434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7628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 définit l’interface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fiscalite import penalite — l’utilisateur ignore le découpage interne.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3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212" y="4077492"/>
            <a:ext cx="184343" cy="18434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7628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du relatif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.dates import … : le point dit « dans CE paquet », pas ailleurs.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30936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6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212" y="5129052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7628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__name__ == "__main__"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module s’importe ET se lance : ce garde évite l’exécution à l’import.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 : d’où viennent les bibliothèques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= la demande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pandas&gt;=2.2 : ce dont le projet a besoin, en termes lâches.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uv.lock = la réponse exacte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2.2.3 précisément — versionné, donc identique pour tous.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écrit, uv sync applique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openpyxl met à jour les deux fichiers ; jamais d’édition à la main.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: le bon interpréteur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python tp.py utilise .venv sans l’activer — zéro cérémonie.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pyproject.toml (extrait)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[project]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requires-python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"&gt;=3.12"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 = [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"pandas&gt;=2.2"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"jupyterlab&gt;=4.2"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add openpyxl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ajoute + verrouille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sync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reproduit .venv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run python tp_lecture.py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uv.lock : versions exactes, commité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vraies données entrent en scène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tp_lecture.py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référentiel, comptage par région, extrait Bissau, JSON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tp_dates_sales.py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normaliser 4 formats + lire_montant avec raise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fiscalite/penalites.py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transférer vos fonctions du J2 dans le paquet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tp_utiliser_paquet.py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importer et utiliser votre propre paquet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782312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34440" y="476402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rapides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une exception MontantInvalide dédiée + glob sur sortie/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21" name="Shape 18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2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05-fichiers-et-formats/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06-erreurs-et-exceptions/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07-modules-et-organisation/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fiscalite/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6" name="Shape 22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7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Régénérez les données si besoin : cd 00-data &amp;&amp; python generate_data.py --auto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 + with + utf-8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trio d’ouverture — et glob pour traiter des lots de fichiers.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 / DictWriter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arrive en str, newline="" en écriture : les deux pièges sont connus.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PRÉCIS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hiérarchie est comprise ; else/finally séparent succès et nettoyage.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métier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MontantInvalide : vos règles ont leurs propres erreurs, ciblables.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paquet fiscalite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code du J2, devenu importable dans tout le dépôt.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J4 : objets et pandas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complètes (field, frozen, __post_init__), loc/iloc, dates pandas, groupby et merge en détail. Et : lancement du projet final.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2026-08-13T23:30:30Z</dcterms:created>
  <dcterms:modified xsi:type="dcterms:W3CDTF">2026-08-13T23:30:30Z</dcterms:modified>
</cp:coreProperties>
</file>