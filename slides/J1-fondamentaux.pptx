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du langage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en main l’environnement, manipuler les types de base,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ses premières conditions et boucles.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824228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182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01-premiers-pas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692908" y="5440680"/>
            <a:ext cx="220827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2692908" y="5440680"/>
            <a:ext cx="22082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02-controle-de-flux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MODULES 01–02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qui marche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uv : le même Python pour tout le monde, en une commande.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f-strings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et des affichages propres.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et boucles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else, for, while : le barème d’imposition en code.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 la formation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Engendrer les jeux fiscaux fictifs qui serviront toute la semaine.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la fiche d’un contribuable.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LA MÉTHODE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dépôt git, un environnement, des données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199339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12652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611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numérotés, TP à compléter, projet final — tout est versionné.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matin : git pull.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4599432" y="199339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2" descr="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69" y="212652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943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L’environnement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59943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lit pyproject.toml et installe Python 3.12 + les bibliothèques, aux versions exactes.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8302752" y="199339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7" name="Image 3" descr="icons/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889" y="212652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275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0275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Engendrées localement, jamais versionnées : contribuables (NIF), déclarations TVA, paiements.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89204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0F2418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505663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4128" y="505663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3" name="Shape 17"/>
          <p:cNvSpPr/>
          <p:nvPr/>
        </p:nvSpPr>
        <p:spPr>
          <a:xfrm>
            <a:off x="1207008" y="505663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4" name="Text 18"/>
          <p:cNvSpPr/>
          <p:nvPr/>
        </p:nvSpPr>
        <p:spPr>
          <a:xfrm>
            <a:off x="1417320" y="4983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démarrage — 3 commandes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914400" y="52760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&lt;adresse-du-depot&gt; formation-python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cd formation-python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00-data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generate_data.py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et types de base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déclaration de type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= "100004512" suffit — le type vient de la valeur.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type(x) pour vérifier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 : quatre types couvrent 90 % des cas.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nombres lisibles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45_000_000 — le tiret bas sépare les milliers.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"45" + 5 plante — tant mieux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convertit explicitement : int("45") + 5.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tp_premiers_pas.py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fiche d’un contribuable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nif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"100004512"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raison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ets djaló  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FCFA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taux_tva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tva = ca * taux_tva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(tva)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8100000.0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float 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Chaînes de caractères et f-strings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saisies sont sales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retire les espaces, .title() remet les majuscules.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f-string, réflexe n°1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f"Contribuable {nif}" — la variable directement dans le texte.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Formater les montants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{ca:,} insère des séparateurs de milliers.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méthode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upper, lower, replace, startswith… dir(str) pour explorer.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chaînes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raison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ets fatumata djaló  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propre = raison.strip().title()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(propre)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 Fatumata Djaló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ca, tva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8_100_000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 : {ca:,} FCFA"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: 45,000,000 FCFA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virgules → espaces 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"{ca:,}"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: le régime d’imposition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2E9E4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1460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500 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8775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simplifié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0A2E1A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 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6227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normal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annuel en FCFA (règle simplifiée pour la formation)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390448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L’indentation EST la syntaxe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espaces, toujours — le bloc, c’est le retrait.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5090465"/>
            <a:ext cx="197510" cy="1975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49103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enchaîne les cas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vrai gagne ; else ramasse le reste.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22" name="Shape 17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3" name="Shape 18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4" name="Shape 19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5" name="Text 20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tp_bareme.py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regime(ca: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"Forfait"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"Réel simplifié"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"Réel normal"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'Réel simplifié'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Boucles — parcourir des déclarations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parcourt une collection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d’indice à gérer : for ca in chiffres.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21594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3580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répète jusqu’à condition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quand on ne connaît pas le nombre de tours.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45038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27024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compréhension : filtrer + transformer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remplace quatre — à consommer avec lisibilité.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5" name="Shape 9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6" name="Shape 10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7" name="Shape 11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18" name="Text 12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boucles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=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invalides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cas: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invalides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compréhension : régimes des CA valides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regimes = [regime(ca)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['Forfait', 'Réel normal']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rouge démarre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et vérifier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INSTALLATION.md, puis uv run python main.py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Engendrer les données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generate_data.py --auto — regardez les CSV produits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tp_premiers_pas.py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 fiche contribuable, proprement formatée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tp_bareme.py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régime d’imposition + comptage des CA invalides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782312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4764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rapides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 boucle while « en combien d’années au réel normal ? »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2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01-premiers-pas/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tp_premiers_pas.py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02-controle-de-flux/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tp_bareme.py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00-data/sortie/*.csv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6" name="Shape 22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7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10 minutes ? Appelez. Les solutions arrivent ce soir dans solutions/.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L’environnement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= le même Python pour tous ; c’est la base du travail en équipe.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porte le type ; on convertit explicitement, jamais par magie.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d’affichage — lisible, formatable, débogable avec f"{x=}".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for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barème et le comptage : la règle métier devient du code qui se lit.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matin, avant tout : les solutions du jour seront publiées.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J2 : fonctions et structures de données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le calcul des pénalités en fonctions testables, et construire un mini-annuaire avec listes, dictionnaires et ensembles.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2026-08-13T23:11:52Z</dcterms:created>
  <dcterms:modified xsi:type="dcterms:W3CDTF">2026-08-13T23:11:52Z</dcterms:modified>
</cp:coreProperties>
</file>