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J5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et projets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argparse, logging, vectorisation, checklist qualité :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complète en une commande — puis les soutenances.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72821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10-integration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96896" y="544068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2596896" y="54406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 +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complète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→ validation → traitement → restitution : le modèle fourni, lu ensemble.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outil en ligne de commande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(types, défauts, exclusions), sys.exit, logging plutôt que print.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code qui tient la charge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Vectoriser plutôt que boucler ; la checklist qualité avant de rendre.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Finir et soutenir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Matinée : dernier jalon. Après-midi : 10 min de démo + 5 de questions.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après-midi : les soutenances.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étapes, toujours les mêmes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77824" y="2157984"/>
            <a:ext cx="493776" cy="493776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06" y="2286366"/>
            <a:ext cx="237012" cy="237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Lecture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77824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charger()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CSV, ou échouer avec un message clair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27248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11" name="Shape 7"/>
          <p:cNvSpPr/>
          <p:nvPr/>
        </p:nvSpPr>
        <p:spPr>
          <a:xfrm>
            <a:off x="3529584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12" name="Shape 8"/>
          <p:cNvSpPr/>
          <p:nvPr/>
        </p:nvSpPr>
        <p:spPr>
          <a:xfrm>
            <a:off x="3767328" y="2157984"/>
            <a:ext cx="493776" cy="493776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10" y="2286366"/>
            <a:ext cx="237012" cy="237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67328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valider()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écarter l’invalide en le comptant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16752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088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18" name="Shape 13"/>
          <p:cNvSpPr/>
          <p:nvPr/>
        </p:nvSpPr>
        <p:spPr>
          <a:xfrm>
            <a:off x="6656832" y="2157984"/>
            <a:ext cx="493776" cy="493776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214" y="2286366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56832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Traitement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656832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construire()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nettoyer, calculer, joindre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06256" y="3017520"/>
            <a:ext cx="384048" cy="384048"/>
          </a:xfrm>
          <a:prstGeom prst="rightArrow">
            <a:avLst/>
          </a:prstGeom>
          <a:solidFill>
            <a:srgbClr val="C79100"/>
          </a:solidFill>
          <a:ln/>
        </p:spPr>
      </p:sp>
      <p:sp>
        <p:nvSpPr>
          <p:cNvPr id="23" name="Shape 17"/>
          <p:cNvSpPr/>
          <p:nvPr/>
        </p:nvSpPr>
        <p:spPr>
          <a:xfrm>
            <a:off x="9308592" y="192024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EEF5EF"/>
          </a:solidFill>
          <a:ln/>
        </p:spPr>
      </p:sp>
      <p:sp>
        <p:nvSpPr>
          <p:cNvPr id="24" name="Shape 18"/>
          <p:cNvSpPr/>
          <p:nvPr/>
        </p:nvSpPr>
        <p:spPr>
          <a:xfrm>
            <a:off x="9546336" y="2157984"/>
            <a:ext cx="493776" cy="493776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25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718" y="2286366"/>
            <a:ext cx="237012" cy="2370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46336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Restitution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546336" y="321868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l’essentiel, exporter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4983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10-integration/pipeline.py</a:t>
            </a:r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entièrement rédigé et commenté : c’est le MODÈLE du projet. Chaque fonction fait UNE étape ; main() les enchaîne et raconte l’exécution.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40080" y="56235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F241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" y="578815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31" name="Shape 24"/>
          <p:cNvSpPr/>
          <p:nvPr/>
        </p:nvSpPr>
        <p:spPr>
          <a:xfrm>
            <a:off x="1024128" y="578815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2" name="Shape 25"/>
          <p:cNvSpPr/>
          <p:nvPr/>
        </p:nvSpPr>
        <p:spPr>
          <a:xfrm>
            <a:off x="1207008" y="578815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33" name="Text 26"/>
          <p:cNvSpPr/>
          <p:nvPr/>
        </p:nvSpPr>
        <p:spPr>
          <a:xfrm>
            <a:off x="914400" y="600760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pipeline.py --region BIS     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pipeline.py --toutes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argparse : le programme devient un outil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nommées et documentées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help="..." sur chaque option : --help devient le mode d’emploi, gratuit.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 et default= valident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type=int convertit ET refuse "abc" ; default documente le comportement standard.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mutuellement exclusif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--region OU --toutes, jamais les deux : le module refuse à votre place.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nargs et choices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choices=["BIS","GAB",…] borne les valeurs ; nargs="+" accepte plusieurs régions.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= argparse.ArgumentParser(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"Rapport TVA."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parser.add_mutually_exclusive_group(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g.add_argument(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choices=[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"GAB"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g.add_argument(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"--toutes"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"store_true"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parser.add_argument(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"--seuil"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default=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help=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 minimale affichée"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ROBUSTESSE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Échouer proprement, tracer ce qu’on écarte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traceback brut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sys.exit("message + remède") : l’utilisateur sait quoi faire, code retour ≠ 0 pour les scripts.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filtre annonce son bilan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 invalides écartés : 26 » — la donnée perdue est visible, donc contestable.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remède dans le message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→ python generate_data.py » : l’erreur contient sa solution.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un critère de la grille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: 3 points sur 20 — vérifié en direct pendant la soutenance.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échec explicite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 = pd.read_csv(…)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FileNotFoundError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sys.exit(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"Manquant : {exc.filename}\n"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"→ python generate_data.py"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pipeline.py --toutes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Chargement…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 invalides écartés   : 26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Dates inexploitables   : 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$?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0 = succès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ROBUSTESSE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: print qui a grandi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niveaux, pas du bruit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en développement, INFO en exploitation, WARNING pour l’anormal toléré.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règle le volume SANS toucher au code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level=logging.INFO au lancement — les debug se taisent, le code reste.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Horodaté et attribuable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ajoute l’heure et le module : indispensable dès qu’un script tourne la nuit.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reste pour la restitution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s’affiche avec print ; le DÉROULEMENT se journalise avec logging.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logging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"%(asctime)s %(levelname)s 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"%(message)s"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logging.getLogger(__name__)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 lignes lues"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log.warning(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 CA écartés"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rejets)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2026-08-13 09:12:04 INFO 60000 lignes lues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Vectoriser plutôt que boucler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ligne à ligne ne tient pas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iterrows() sur 60 000 lignes : des secondes ; en colonne : des millisecondes.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« colonne entière »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df["a"] - df["b"] applique l’opération partout — c’est l’esprit pandas.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 : le if vectorisé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np.where(cond, si_vrai, si_faux) remplace le if par ligne.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pour les barèmes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df["regime"] = df["ca"].map(regime) : votre fonction du J1, appliquée en colonne.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colonne entière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✗ lent : ligne à ligne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ligne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df.iterrows():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df.loc[i,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✓ vectorisé : toute la colonne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if vectorisé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"etat"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np.where(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"KO"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"regime"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].map(regime)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MODULE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L’anatomie d’un script qui dure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en tête, en MAJUSCULES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FORMATS_DATE, TAUX_TVA : tout ce qui se règle, visible en 10 lignes.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fonctions courtes et nommées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= une fonction ; chaque docstring dit le POURQUOI.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raconte l’histoire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appels, quatre print numérotés — on suit l’exécution sans lire le détail.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 __main__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s’importe (pour les tests) ET se lance — sans double exécution.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squelette type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Path(__file__).parent / 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TAUX_TVA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charger() -&gt; …: 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valider(d) -&gt; …: 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construire(…) -&gt; …: 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rapport(…)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2. 3. 4. — et rien d’autre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__name__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main()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: vous n’écrivez que votre sujet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F2418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squelette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16712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projet-final/socle/projet.py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charger():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FOURNI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traiter():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restituer():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À VOUS DE JOUER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main():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FOURNI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tel quel, le socle s’arrête sur NotImplementedError : c’est votre point de départ, pas un bug.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12" y="1974372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7628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est imposée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fonctions, un main : exactement pipeline.py — votre modèle.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0936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12" y="302593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dans l’ordre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→ traiter → restituer → options argparse propres au sujet.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4077492"/>
            <a:ext cx="184343" cy="184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7628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les données produites ; le copier-coller non compris (questions en soutenance).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30936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212" y="5129052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7628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 groupe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quoi, comment lancer, qui a fait quoi — la base des questions individuelles.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grille d’évaluation — 20 points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722376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chaîne s’exécute de bout en bout sans erreur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Justesse : le résultat répond à la question du sujet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: données sales gérées, messages clairs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Lisibilité : fonctions courtes, noms parlants, docstrings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Soutenance : clarté, démonstration, réponses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9326880" y="182880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0A2E1A"/>
          </a:solidFill>
          <a:ln/>
        </p:spPr>
      </p:sp>
      <p:sp>
        <p:nvSpPr>
          <p:cNvPr id="7" name="Shape 3"/>
          <p:cNvSpPr/>
          <p:nvPr/>
        </p:nvSpPr>
        <p:spPr>
          <a:xfrm>
            <a:off x="9601200" y="205740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8" name="Image 1" descr="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2176272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+1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601200" y="3017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matplotlib pertinent dans le rapport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 sur 20 tiennent en une phrase : ÇA TOURNE. Sécurisez l’exécution avant d’embellir.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APRÈS-MIDI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soutenance : 10 + 5 minutes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9595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514600" y="178308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métier, avec vos mots — pas de jargon.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0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800807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62432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2514600" y="262432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démonstration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commande, en direct. Le bilan des lignes écartées commenté.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4" name="Image 3" descr="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642055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46557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2514600" y="346557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technique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difficulté rencontrée et comment vous l’avez tranchée.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18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483303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30682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2514600" y="430682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—  </a:t>
            </a:r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répond sur SA partie — d’où le « qui a fait quoi » du README.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EF5EF"/>
          </a:solidFill>
          <a:ln/>
        </p:spPr>
      </p:sp>
      <p:sp>
        <p:nvSpPr>
          <p:cNvPr id="22" name="Text 15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</a:t>
            </a:r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la démonstration sur un poste PROPRE (clone frais + uv sync + génération des données) — c’est là que ça casse.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AVANT DE RENDRE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checklist qualité — 10 minutes bien placées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2865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755648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clone frais tourne-t-il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uv sync + génération + UNE commande : le test de vérité.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40080" y="272491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2824764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65176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rejets sont-ils tous comptés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filtre affiche son bilan — sinon une donnée disparaît en silence.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40080" y="36210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720876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547872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noms disent-ils le métier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taux_penalite, declarations_orphelines — pas x, tmp, df2.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40080" y="451713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616988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443984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docstrings disent-elles le POURQUOI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quoi » se lit dans le code ; le « pourquoi » doit être écrit.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40080" y="541324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8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32" y="5513100"/>
            <a:ext cx="184343" cy="1843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5340096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généré n’est versionné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propre : ni CSV produits, ni rapports, ni .venv.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6583680" y="178308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21" name="Shape 13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2" name="Shape 14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3" name="Shape 15"/>
          <p:cNvSpPr/>
          <p:nvPr/>
        </p:nvSpPr>
        <p:spPr>
          <a:xfrm>
            <a:off x="715060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4" name="Text 16"/>
          <p:cNvSpPr/>
          <p:nvPr/>
        </p:nvSpPr>
        <p:spPr>
          <a:xfrm>
            <a:off x="736092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répétition générale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6858000" y="2167128"/>
            <a:ext cx="4480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test de vérité, en entier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&lt;depot-du-groupe&gt; test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test &amp;&amp; uv sync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00-data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generate_data.py --auto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../projet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python projet.py --region BIS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Chargement…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Validation…  (rejets : 26)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Traitement…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Restitution… rapport.csv écrit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· ET APRÈS 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Continuer à progresser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03911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17224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 reste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611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complètes, aide-mémoire (docs/), pipeline modèle : tout reste accessible et clonable.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4599432" y="203911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2" name="Image 2" descr="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69" y="217224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943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un vrai besoin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59943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UNE tâche répétitive de votre service et scriptez-la : c’est ainsi qu’on ancre.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78308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8302752" y="203911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889" y="217224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275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02752" y="3063240"/>
            <a:ext cx="3008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pour remplacer les assert, SQL pour dépasser le CSV, docs.python.org en français.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008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marche naturelle : tests avec pytest, bases de données (SQL), environnements de production — le paquet fiscalite est prêt à grandir.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— LA SEMAINE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reproductible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: la compétence invisible qui évite 80 % des « ça marche pas chez moi ».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de la donnée sale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valider, compter ce qu’on écarte, échouer proprement, journaliser.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script au paquet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fiscalite/ : votre code est devenu réutilisable et testable.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vectorisé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charger, nettoyer, joindre, agréger — en colonnes, pas en boucles.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soutenu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complète, exécutée en une commande, défendue en public.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 — et merci !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 reste ouvert : git pull pour les dernières solutions. Vos retours nourriront la prochaine session.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2026-08-13T23:30:30Z</dcterms:created>
  <dcterms:modified xsi:type="dcterms:W3CDTF">2026-08-13T23:30:30Z</dcterms:modified>
</cp:coreProperties>
</file>